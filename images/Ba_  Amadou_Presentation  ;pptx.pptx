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4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ED36-124A-4AE5-A70B-239E246FD396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6C7B-CA95-4262-BA2F-D3DAB79C6F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8204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ED36-124A-4AE5-A70B-239E246FD396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6C7B-CA95-4262-BA2F-D3DAB79C6F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001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ED36-124A-4AE5-A70B-239E246FD396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6C7B-CA95-4262-BA2F-D3DAB79C6F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03950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ED36-124A-4AE5-A70B-239E246FD396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6C7B-CA95-4262-BA2F-D3DAB79C6F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5660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ED36-124A-4AE5-A70B-239E246FD396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6C7B-CA95-4262-BA2F-D3DAB79C6F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29622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ED36-124A-4AE5-A70B-239E246FD396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6C7B-CA95-4262-BA2F-D3DAB79C6F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841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ED36-124A-4AE5-A70B-239E246FD396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6C7B-CA95-4262-BA2F-D3DAB79C6F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1062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ED36-124A-4AE5-A70B-239E246FD396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6C7B-CA95-4262-BA2F-D3DAB79C6F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34555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ED36-124A-4AE5-A70B-239E246FD396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6C7B-CA95-4262-BA2F-D3DAB79C6F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6412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ED36-124A-4AE5-A70B-239E246FD396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6C7B-CA95-4262-BA2F-D3DAB79C6F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9878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ED36-124A-4AE5-A70B-239E246FD396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6C7B-CA95-4262-BA2F-D3DAB79C6F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8558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 smtClean="0"/>
              <a:t>Modifiez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ED36-124A-4AE5-A70B-239E246FD396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6C7B-CA95-4262-BA2F-D3DAB79C6F0E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45175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ED36-124A-4AE5-A70B-239E246FD396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6C7B-CA95-4262-BA2F-D3DAB79C6F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2982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ED36-124A-4AE5-A70B-239E246FD396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6C7B-CA95-4262-BA2F-D3DAB79C6F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8685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ED36-124A-4AE5-A70B-239E246FD396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6C7B-CA95-4262-BA2F-D3DAB79C6F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13149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ED36-124A-4AE5-A70B-239E246FD396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6C7B-CA95-4262-BA2F-D3DAB79C6F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6261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ED36-124A-4AE5-A70B-239E246FD396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6C7B-CA95-4262-BA2F-D3DAB79C6F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71405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5B7ED36-124A-4AE5-A70B-239E246FD396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16C7B-CA95-4262-BA2F-D3DAB79C6F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30949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9980613" cy="1300766"/>
          </a:xfrm>
        </p:spPr>
        <p:txBody>
          <a:bodyPr/>
          <a:lstStyle/>
          <a:p>
            <a:r>
              <a:rPr lang="fr-FR" dirty="0"/>
              <a:t>🚀</a:t>
            </a:r>
            <a:r>
              <a:rPr lang="fr-FR" dirty="0" err="1" smtClean="0"/>
              <a:t>AfriTalent</a:t>
            </a:r>
            <a:r>
              <a:rPr lang="fr-FR" dirty="0" smtClean="0"/>
              <a:t>  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1493949"/>
            <a:ext cx="9980613" cy="5364051"/>
          </a:xfrm>
        </p:spPr>
        <p:txBody>
          <a:bodyPr>
            <a:normAutofit/>
          </a:bodyPr>
          <a:lstStyle/>
          <a:p>
            <a:r>
              <a:rPr lang="fr-FR" dirty="0" smtClean="0"/>
              <a:t>Plateforme de mise en relation entre </a:t>
            </a:r>
          </a:p>
          <a:p>
            <a:r>
              <a:rPr lang="fr-FR" dirty="0" smtClean="0"/>
              <a:t>Freelances africains et entreprises</a:t>
            </a:r>
          </a:p>
          <a:p>
            <a:r>
              <a:rPr lang="fr-FR" dirty="0" smtClean="0"/>
              <a:t>Présenté  par : Amadou Ba</a:t>
            </a:r>
          </a:p>
          <a:p>
            <a:endParaRPr lang="fr-FR" dirty="0"/>
          </a:p>
          <a:p>
            <a:r>
              <a:rPr lang="fr-FR" dirty="0" smtClean="0"/>
              <a:t>Licence 1 Informatique                         </a:t>
            </a:r>
          </a:p>
          <a:p>
            <a:r>
              <a:rPr lang="fr-FR" dirty="0" smtClean="0"/>
              <a:t> 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7306" y="0"/>
            <a:ext cx="70146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196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" y="1"/>
            <a:ext cx="8113690" cy="2163650"/>
          </a:xfrm>
        </p:spPr>
        <p:txBody>
          <a:bodyPr/>
          <a:lstStyle/>
          <a:p>
            <a:r>
              <a:rPr lang="fr-FR" dirty="0"/>
              <a:t>💡Présentation </a:t>
            </a:r>
            <a:r>
              <a:rPr lang="fr-FR" dirty="0" smtClean="0"/>
              <a:t>du projet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" y="2163651"/>
            <a:ext cx="8384146" cy="3475149"/>
          </a:xfrm>
        </p:spPr>
        <p:txBody>
          <a:bodyPr/>
          <a:lstStyle/>
          <a:p>
            <a:r>
              <a:rPr lang="fr-FR" dirty="0" err="1" smtClean="0"/>
              <a:t>Afritalent</a:t>
            </a:r>
            <a:r>
              <a:rPr lang="fr-FR" dirty="0" smtClean="0"/>
              <a:t>  est un plateforme web qui </a:t>
            </a:r>
          </a:p>
          <a:p>
            <a:r>
              <a:rPr lang="fr-FR" dirty="0" smtClean="0"/>
              <a:t>Connecte les talents africains aux</a:t>
            </a:r>
          </a:p>
          <a:p>
            <a:r>
              <a:rPr lang="fr-FR" dirty="0" smtClean="0"/>
              <a:t>Entreprises:</a:t>
            </a:r>
          </a:p>
          <a:p>
            <a:r>
              <a:rPr lang="fr-FR" dirty="0"/>
              <a:t>✓Faciliter  </a:t>
            </a:r>
            <a:r>
              <a:rPr lang="fr-FR" dirty="0" smtClean="0"/>
              <a:t>le  recrutement</a:t>
            </a:r>
          </a:p>
          <a:p>
            <a:r>
              <a:rPr lang="fr-FR" dirty="0"/>
              <a:t>✓Valoriser  </a:t>
            </a:r>
            <a:r>
              <a:rPr lang="fr-FR" dirty="0" smtClean="0"/>
              <a:t>les  talents  africains</a:t>
            </a:r>
          </a:p>
          <a:p>
            <a:r>
              <a:rPr lang="fr-FR" dirty="0"/>
              <a:t>✓Simplifier  </a:t>
            </a:r>
            <a:r>
              <a:rPr lang="fr-FR" dirty="0" smtClean="0"/>
              <a:t>la collaboration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3452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1"/>
            <a:ext cx="9980613" cy="2034862"/>
          </a:xfrm>
        </p:spPr>
        <p:txBody>
          <a:bodyPr/>
          <a:lstStyle/>
          <a:p>
            <a:r>
              <a:rPr lang="fr-FR" dirty="0"/>
              <a:t>🛠️Technologies utilisées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1854558"/>
            <a:ext cx="9980613" cy="3784242"/>
          </a:xfrm>
        </p:spPr>
        <p:txBody>
          <a:bodyPr/>
          <a:lstStyle/>
          <a:p>
            <a:r>
              <a:rPr lang="fr-FR" dirty="0" smtClean="0"/>
              <a:t>Html5</a:t>
            </a:r>
          </a:p>
          <a:p>
            <a:r>
              <a:rPr lang="fr-FR" dirty="0" smtClean="0"/>
              <a:t>CSS3</a:t>
            </a:r>
          </a:p>
          <a:p>
            <a:r>
              <a:rPr lang="fr-FR" dirty="0" smtClean="0"/>
              <a:t>BOOTSTRAP 5</a:t>
            </a:r>
          </a:p>
          <a:p>
            <a:r>
              <a:rPr lang="fr-FR" dirty="0" smtClean="0"/>
              <a:t>JAVASCRIPT</a:t>
            </a:r>
          </a:p>
          <a:p>
            <a:r>
              <a:rPr lang="fr-FR" dirty="0" smtClean="0"/>
              <a:t>GIT</a:t>
            </a:r>
          </a:p>
          <a:p>
            <a:r>
              <a:rPr lang="fr-FR" dirty="0" smtClean="0"/>
              <a:t>GITHUB</a:t>
            </a:r>
          </a:p>
          <a:p>
            <a:r>
              <a:rPr lang="fr-FR" dirty="0" smtClean="0"/>
              <a:t>GITHUB PAGES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2185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9980613" cy="965915"/>
          </a:xfrm>
        </p:spPr>
        <p:txBody>
          <a:bodyPr/>
          <a:lstStyle/>
          <a:p>
            <a:r>
              <a:rPr lang="fr-FR" dirty="0"/>
              <a:t>📄Les </a:t>
            </a:r>
            <a:r>
              <a:rPr lang="fr-FR" dirty="0" smtClean="0"/>
              <a:t>pages du site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965915"/>
            <a:ext cx="9980613" cy="4672885"/>
          </a:xfrm>
        </p:spPr>
        <p:txBody>
          <a:bodyPr>
            <a:normAutofit/>
          </a:bodyPr>
          <a:lstStyle/>
          <a:p>
            <a:r>
              <a:rPr lang="fr-FR" dirty="0"/>
              <a:t>🏠 Accueil</a:t>
            </a:r>
            <a:endParaRPr lang="fr-FR" dirty="0" smtClean="0"/>
          </a:p>
          <a:p>
            <a:r>
              <a:rPr lang="fr-FR" dirty="0"/>
              <a:t>👨🏽‍💻Freelances</a:t>
            </a:r>
            <a:endParaRPr lang="fr-FR" dirty="0" smtClean="0"/>
          </a:p>
          <a:p>
            <a:r>
              <a:rPr lang="fr-FR" dirty="0"/>
              <a:t>💳Tarifs</a:t>
            </a:r>
            <a:endParaRPr lang="fr-FR" dirty="0" smtClean="0"/>
          </a:p>
          <a:p>
            <a:r>
              <a:rPr lang="fr-FR" dirty="0" err="1"/>
              <a:t>ℹ️A</a:t>
            </a:r>
            <a:r>
              <a:rPr lang="fr-FR" dirty="0"/>
              <a:t>  </a:t>
            </a:r>
            <a:r>
              <a:rPr lang="fr-FR" dirty="0" smtClean="0"/>
              <a:t>propos</a:t>
            </a:r>
          </a:p>
          <a:p>
            <a:r>
              <a:rPr lang="fr-FR" dirty="0"/>
              <a:t>📞contact</a:t>
            </a:r>
          </a:p>
        </p:txBody>
      </p:sp>
    </p:spTree>
    <p:extLst>
      <p:ext uri="{BB962C8B-B14F-4D97-AF65-F5344CB8AC3E}">
        <p14:creationId xmlns:p14="http://schemas.microsoft.com/office/powerpoint/2010/main" val="1144346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9980613" cy="991673"/>
          </a:xfrm>
        </p:spPr>
        <p:txBody>
          <a:bodyPr/>
          <a:lstStyle/>
          <a:p>
            <a:r>
              <a:rPr lang="fr-FR" dirty="0"/>
              <a:t>✨Fonctionnalités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811369"/>
            <a:ext cx="9980613" cy="4827431"/>
          </a:xfrm>
        </p:spPr>
        <p:txBody>
          <a:bodyPr>
            <a:normAutofit/>
          </a:bodyPr>
          <a:lstStyle/>
          <a:p>
            <a:r>
              <a:rPr lang="fr-FR" dirty="0"/>
              <a:t>✓</a:t>
            </a:r>
            <a:r>
              <a:rPr lang="fr-FR" dirty="0" err="1"/>
              <a:t>Dark</a:t>
            </a:r>
            <a:r>
              <a:rPr lang="fr-FR" dirty="0"/>
              <a:t> </a:t>
            </a:r>
            <a:r>
              <a:rPr lang="fr-FR" dirty="0" smtClean="0"/>
              <a:t>mode</a:t>
            </a:r>
          </a:p>
          <a:p>
            <a:r>
              <a:rPr lang="fr-FR" dirty="0"/>
              <a:t>✓</a:t>
            </a:r>
            <a:r>
              <a:rPr lang="fr-FR" dirty="0" err="1"/>
              <a:t>Navbar</a:t>
            </a:r>
            <a:r>
              <a:rPr lang="fr-FR" dirty="0"/>
              <a:t> </a:t>
            </a:r>
            <a:r>
              <a:rPr lang="fr-FR" dirty="0" smtClean="0"/>
              <a:t>dynamique</a:t>
            </a:r>
          </a:p>
          <a:p>
            <a:r>
              <a:rPr lang="fr-FR" dirty="0"/>
              <a:t>✓Responsive  </a:t>
            </a:r>
            <a:r>
              <a:rPr lang="fr-FR" dirty="0" smtClean="0"/>
              <a:t>design</a:t>
            </a:r>
          </a:p>
          <a:p>
            <a:r>
              <a:rPr lang="fr-FR" dirty="0"/>
              <a:t>✓Compteurs </a:t>
            </a:r>
            <a:r>
              <a:rPr lang="fr-FR" dirty="0" smtClean="0"/>
              <a:t>animés</a:t>
            </a:r>
          </a:p>
          <a:p>
            <a:r>
              <a:rPr lang="fr-FR" dirty="0"/>
              <a:t>✓Filtrage  </a:t>
            </a:r>
            <a:r>
              <a:rPr lang="fr-FR" dirty="0" smtClean="0"/>
              <a:t>des  freelances</a:t>
            </a:r>
          </a:p>
          <a:p>
            <a:r>
              <a:rPr lang="fr-FR" dirty="0"/>
              <a:t>✓Validation  </a:t>
            </a:r>
            <a:r>
              <a:rPr lang="fr-FR" dirty="0" smtClean="0"/>
              <a:t>du  formulaire</a:t>
            </a:r>
          </a:p>
          <a:p>
            <a:r>
              <a:rPr lang="fr-FR" dirty="0"/>
              <a:t>✓Bouton </a:t>
            </a:r>
            <a:r>
              <a:rPr lang="fr-FR" dirty="0" smtClean="0"/>
              <a:t>retour  en haut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07554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1"/>
            <a:ext cx="9980613" cy="2009104"/>
          </a:xfrm>
        </p:spPr>
        <p:txBody>
          <a:bodyPr/>
          <a:lstStyle/>
          <a:p>
            <a:r>
              <a:rPr lang="fr-FR" dirty="0"/>
              <a:t>📱Responsive </a:t>
            </a:r>
            <a:r>
              <a:rPr lang="fr-FR" dirty="0" smtClean="0"/>
              <a:t>Design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785611"/>
            <a:ext cx="8825658" cy="4801673"/>
          </a:xfrm>
        </p:spPr>
        <p:txBody>
          <a:bodyPr>
            <a:normAutofit/>
          </a:bodyPr>
          <a:lstStyle/>
          <a:p>
            <a:r>
              <a:rPr lang="fr-FR" dirty="0" smtClean="0"/>
              <a:t>375 px   mobile</a:t>
            </a:r>
          </a:p>
          <a:p>
            <a:r>
              <a:rPr lang="fr-FR" dirty="0" smtClean="0"/>
              <a:t>768px    tablette</a:t>
            </a:r>
          </a:p>
          <a:p>
            <a:r>
              <a:rPr lang="fr-FR" dirty="0" smtClean="0"/>
              <a:t>1200px  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07872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9980613" cy="1107583"/>
          </a:xfrm>
        </p:spPr>
        <p:txBody>
          <a:bodyPr/>
          <a:lstStyle/>
          <a:p>
            <a:r>
              <a:rPr lang="fr-FR" dirty="0"/>
              <a:t>⚙️Gestion </a:t>
            </a:r>
            <a:r>
              <a:rPr lang="fr-FR" dirty="0" smtClean="0"/>
              <a:t>du projet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-115910" y="1261447"/>
            <a:ext cx="8825658" cy="4675714"/>
          </a:xfrm>
        </p:spPr>
        <p:txBody>
          <a:bodyPr>
            <a:normAutofit/>
          </a:bodyPr>
          <a:lstStyle/>
          <a:p>
            <a:r>
              <a:rPr lang="fr-FR" dirty="0" smtClean="0"/>
              <a:t>10 </a:t>
            </a:r>
            <a:r>
              <a:rPr lang="fr-FR" dirty="0" err="1" smtClean="0"/>
              <a:t>commits</a:t>
            </a:r>
            <a:r>
              <a:rPr lang="fr-FR" dirty="0" smtClean="0"/>
              <a:t> git  réalisées</a:t>
            </a:r>
          </a:p>
          <a:p>
            <a:r>
              <a:rPr lang="fr-FR" dirty="0" smtClean="0"/>
              <a:t>Projet hébergé  sur  git hub</a:t>
            </a:r>
          </a:p>
          <a:p>
            <a:r>
              <a:rPr lang="fr-FR" dirty="0" err="1" smtClean="0"/>
              <a:t>Versionné</a:t>
            </a:r>
            <a:r>
              <a:rPr lang="fr-FR" dirty="0" smtClean="0"/>
              <a:t>  avec  git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11771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8825658" cy="1159099"/>
          </a:xfrm>
        </p:spPr>
        <p:txBody>
          <a:bodyPr/>
          <a:lstStyle/>
          <a:p>
            <a:r>
              <a:rPr lang="fr-FR" dirty="0"/>
              <a:t>🌍Déploiement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1068946"/>
            <a:ext cx="9980613" cy="5267460"/>
          </a:xfrm>
        </p:spPr>
        <p:txBody>
          <a:bodyPr>
            <a:normAutofit/>
          </a:bodyPr>
          <a:lstStyle/>
          <a:p>
            <a:r>
              <a:rPr lang="fr-FR" dirty="0" smtClean="0"/>
              <a:t>Le site a été publié  grâce   à  git hub</a:t>
            </a:r>
          </a:p>
          <a:p>
            <a:r>
              <a:rPr lang="fr-FR" dirty="0" smtClean="0"/>
              <a:t>Pages.</a:t>
            </a:r>
          </a:p>
          <a:p>
            <a:r>
              <a:rPr lang="fr-FR" dirty="0" smtClean="0"/>
              <a:t>Toutes  les  pages Sont  accessibles.</a:t>
            </a:r>
          </a:p>
          <a:p>
            <a:endParaRPr lang="fr-FR" dirty="0"/>
          </a:p>
          <a:p>
            <a:r>
              <a:rPr lang="fr-FR" dirty="0" smtClean="0"/>
              <a:t>Les  images  et  le JavaScript</a:t>
            </a:r>
          </a:p>
          <a:p>
            <a:r>
              <a:rPr lang="fr-FR" dirty="0" smtClean="0"/>
              <a:t>Fonctionnement   correctement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522541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1"/>
            <a:ext cx="9980613" cy="2125014"/>
          </a:xfrm>
        </p:spPr>
        <p:txBody>
          <a:bodyPr/>
          <a:lstStyle/>
          <a:p>
            <a:r>
              <a:rPr lang="fr-FR" dirty="0"/>
              <a:t>📷Capture  </a:t>
            </a:r>
            <a:r>
              <a:rPr lang="fr-FR" dirty="0" smtClean="0"/>
              <a:t>du site </a:t>
            </a:r>
            <a:r>
              <a:rPr lang="fr-FR" dirty="0" err="1" smtClean="0"/>
              <a:t>AfriTalent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2034862"/>
            <a:ext cx="9980613" cy="360393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 smtClean="0"/>
              <a:t>Accueil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 smtClean="0"/>
              <a:t>Freelances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 smtClean="0"/>
              <a:t>Tarifs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 smtClean="0"/>
              <a:t>A  propos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 smtClean="0"/>
              <a:t>contact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3177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3557"/>
            <a:ext cx="12192000" cy="717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845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172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03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4550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66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630658" y="0"/>
            <a:ext cx="9031459" cy="2138289"/>
          </a:xfrm>
        </p:spPr>
        <p:txBody>
          <a:bodyPr/>
          <a:lstStyle/>
          <a:p>
            <a:r>
              <a:rPr lang="fr-FR" dirty="0"/>
              <a:t>🎉Merci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897944" y="1575581"/>
            <a:ext cx="9980613" cy="4372708"/>
          </a:xfrm>
        </p:spPr>
        <p:txBody>
          <a:bodyPr/>
          <a:lstStyle/>
          <a:p>
            <a:r>
              <a:rPr lang="fr-FR" b="1" dirty="0" smtClean="0"/>
              <a:t>Projet  </a:t>
            </a:r>
            <a:r>
              <a:rPr lang="fr-FR" b="1" dirty="0" err="1" smtClean="0"/>
              <a:t>AfriTalent</a:t>
            </a:r>
            <a:endParaRPr lang="fr-FR" b="1" dirty="0" smtClean="0"/>
          </a:p>
          <a:p>
            <a:r>
              <a:rPr lang="fr-FR" b="1" dirty="0" smtClean="0"/>
              <a:t>Merci  pour  votre  attention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948542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88</TotalTime>
  <Words>181</Words>
  <Application>Microsoft Office PowerPoint</Application>
  <PresentationFormat>Grand écran</PresentationFormat>
  <Paragraphs>60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</vt:lpstr>
      <vt:lpstr>🚀AfriTalent  </vt:lpstr>
      <vt:lpstr>💡Présentation du projet</vt:lpstr>
      <vt:lpstr>🛠️Technologies utilisées</vt:lpstr>
      <vt:lpstr>📄Les pages du site</vt:lpstr>
      <vt:lpstr>✨Fonctionnalités</vt:lpstr>
      <vt:lpstr>📱Responsive Design </vt:lpstr>
      <vt:lpstr>⚙️Gestion du projet</vt:lpstr>
      <vt:lpstr>🌍Déploiement</vt:lpstr>
      <vt:lpstr>📷Capture  du site AfriTalent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🎉Merci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🚀AfriTalent</dc:title>
  <dc:creator>Compte Microsoft</dc:creator>
  <cp:lastModifiedBy>Compte Microsoft</cp:lastModifiedBy>
  <cp:revision>7</cp:revision>
  <dcterms:created xsi:type="dcterms:W3CDTF">2026-06-23T18:51:57Z</dcterms:created>
  <dcterms:modified xsi:type="dcterms:W3CDTF">2026-06-23T20:19:57Z</dcterms:modified>
</cp:coreProperties>
</file>